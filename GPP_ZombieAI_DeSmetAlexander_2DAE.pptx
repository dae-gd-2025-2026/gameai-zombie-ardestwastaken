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0" r:id="rId7"/>
    <p:sldId id="258" r:id="rId8"/>
    <p:sldId id="259" r:id="rId9"/>
    <p:sldId id="262" r:id="rId10"/>
    <p:sldId id="261" r:id="rId11"/>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ele Yosha" userId="9e46ddaf-df5a-4623-8add-fe0b947d6181" providerId="ADAL" clId="{C0C05178-E97F-4600-9777-1D4069F9BFD8}"/>
    <pc:docChg chg="custSel modSld">
      <pc:chgData name="Vandaele Yosha" userId="9e46ddaf-df5a-4623-8add-fe0b947d6181" providerId="ADAL" clId="{C0C05178-E97F-4600-9777-1D4069F9BFD8}" dt="2021-12-17T14:48:31.752" v="124" actId="114"/>
      <pc:docMkLst>
        <pc:docMk/>
      </pc:docMkLst>
      <pc:sldChg chg="modSp mod">
        <pc:chgData name="Vandaele Yosha" userId="9e46ddaf-df5a-4623-8add-fe0b947d6181" providerId="ADAL" clId="{C0C05178-E97F-4600-9777-1D4069F9BFD8}" dt="2021-12-17T14:48:31.752" v="124" actId="114"/>
        <pc:sldMkLst>
          <pc:docMk/>
          <pc:sldMk cId="949077770" sldId="256"/>
        </pc:sldMkLst>
        <pc:spChg chg="mod">
          <ac:chgData name="Vandaele Yosha" userId="9e46ddaf-df5a-4623-8add-fe0b947d6181" providerId="ADAL" clId="{C0C05178-E97F-4600-9777-1D4069F9BFD8}" dt="2021-12-17T14:48:31.752" v="124" actId="114"/>
          <ac:spMkLst>
            <pc:docMk/>
            <pc:sldMk cId="949077770" sldId="256"/>
            <ac:spMk id="3" creationId="{510651AA-5F60-4B6E-8386-AEA67C018DF4}"/>
          </ac:spMkLst>
        </pc:spChg>
      </pc:sldChg>
    </pc:docChg>
  </pc:docChgLst>
  <pc:docChgLst>
    <pc:chgData name="Boury Fries" userId="3f8d8554-fab3-4764-ac68-3715b85b6c80" providerId="ADAL" clId="{4E627FB3-04C7-446E-862B-D79CBD804048}"/>
    <pc:docChg chg="addSld modSld">
      <pc:chgData name="Boury Fries" userId="3f8d8554-fab3-4764-ac68-3715b85b6c80" providerId="ADAL" clId="{4E627FB3-04C7-446E-862B-D79CBD804048}" dt="2023-11-28T13:45:50.997" v="81" actId="20577"/>
      <pc:docMkLst>
        <pc:docMk/>
      </pc:docMkLst>
      <pc:sldChg chg="modSp mod">
        <pc:chgData name="Boury Fries" userId="3f8d8554-fab3-4764-ac68-3715b85b6c80" providerId="ADAL" clId="{4E627FB3-04C7-446E-862B-D79CBD804048}" dt="2023-11-28T13:43:47.989" v="31" actId="20577"/>
        <pc:sldMkLst>
          <pc:docMk/>
          <pc:sldMk cId="1114309558" sldId="257"/>
        </pc:sldMkLst>
        <pc:spChg chg="mod">
          <ac:chgData name="Boury Fries" userId="3f8d8554-fab3-4764-ac68-3715b85b6c80" providerId="ADAL" clId="{4E627FB3-04C7-446E-862B-D79CBD804048}" dt="2023-11-28T13:43:47.989" v="31" actId="20577"/>
          <ac:spMkLst>
            <pc:docMk/>
            <pc:sldMk cId="1114309558" sldId="257"/>
            <ac:spMk id="3" creationId="{64915428-ACD8-4B22-96DC-2806680ED3AB}"/>
          </ac:spMkLst>
        </pc:spChg>
      </pc:sldChg>
      <pc:sldChg chg="modSp mod">
        <pc:chgData name="Boury Fries" userId="3f8d8554-fab3-4764-ac68-3715b85b6c80" providerId="ADAL" clId="{4E627FB3-04C7-446E-862B-D79CBD804048}" dt="2023-11-28T13:44:13.807" v="39" actId="20577"/>
        <pc:sldMkLst>
          <pc:docMk/>
          <pc:sldMk cId="160499841" sldId="258"/>
        </pc:sldMkLst>
        <pc:spChg chg="mod">
          <ac:chgData name="Boury Fries" userId="3f8d8554-fab3-4764-ac68-3715b85b6c80" providerId="ADAL" clId="{4E627FB3-04C7-446E-862B-D79CBD804048}" dt="2023-11-28T13:44:13.807" v="39" actId="20577"/>
          <ac:spMkLst>
            <pc:docMk/>
            <pc:sldMk cId="160499841" sldId="258"/>
            <ac:spMk id="3" creationId="{64915428-ACD8-4B22-96DC-2806680ED3AB}"/>
          </ac:spMkLst>
        </pc:spChg>
      </pc:sldChg>
      <pc:sldChg chg="modSp mod">
        <pc:chgData name="Boury Fries" userId="3f8d8554-fab3-4764-ac68-3715b85b6c80" providerId="ADAL" clId="{4E627FB3-04C7-446E-862B-D79CBD804048}" dt="2023-11-28T13:45:43.430" v="76" actId="20577"/>
        <pc:sldMkLst>
          <pc:docMk/>
          <pc:sldMk cId="3267762851" sldId="259"/>
        </pc:sldMkLst>
        <pc:spChg chg="mod">
          <ac:chgData name="Boury Fries" userId="3f8d8554-fab3-4764-ac68-3715b85b6c80" providerId="ADAL" clId="{4E627FB3-04C7-446E-862B-D79CBD804048}" dt="2023-11-28T13:45:43.430" v="76" actId="20577"/>
          <ac:spMkLst>
            <pc:docMk/>
            <pc:sldMk cId="3267762851" sldId="259"/>
            <ac:spMk id="2" creationId="{EF6BB071-C63E-40D3-93C6-9F99F27862FE}"/>
          </ac:spMkLst>
        </pc:spChg>
        <pc:spChg chg="mod">
          <ac:chgData name="Boury Fries" userId="3f8d8554-fab3-4764-ac68-3715b85b6c80" providerId="ADAL" clId="{4E627FB3-04C7-446E-862B-D79CBD804048}" dt="2023-11-28T13:45:40.351" v="72" actId="6549"/>
          <ac:spMkLst>
            <pc:docMk/>
            <pc:sldMk cId="3267762851" sldId="259"/>
            <ac:spMk id="3" creationId="{64915428-ACD8-4B22-96DC-2806680ED3AB}"/>
          </ac:spMkLst>
        </pc:spChg>
      </pc:sldChg>
      <pc:sldChg chg="modSp add mod">
        <pc:chgData name="Boury Fries" userId="3f8d8554-fab3-4764-ac68-3715b85b6c80" providerId="ADAL" clId="{4E627FB3-04C7-446E-862B-D79CBD804048}" dt="2023-11-28T13:45:50.997" v="81" actId="20577"/>
        <pc:sldMkLst>
          <pc:docMk/>
          <pc:sldMk cId="1652142467" sldId="262"/>
        </pc:sldMkLst>
        <pc:spChg chg="mod">
          <ac:chgData name="Boury Fries" userId="3f8d8554-fab3-4764-ac68-3715b85b6c80" providerId="ADAL" clId="{4E627FB3-04C7-446E-862B-D79CBD804048}" dt="2023-11-28T13:45:46.970" v="80" actId="20577"/>
          <ac:spMkLst>
            <pc:docMk/>
            <pc:sldMk cId="1652142467" sldId="262"/>
            <ac:spMk id="2" creationId="{EF6BB071-C63E-40D3-93C6-9F99F27862FE}"/>
          </ac:spMkLst>
        </pc:spChg>
        <pc:spChg chg="mod">
          <ac:chgData name="Boury Fries" userId="3f8d8554-fab3-4764-ac68-3715b85b6c80" providerId="ADAL" clId="{4E627FB3-04C7-446E-862B-D79CBD804048}" dt="2023-11-28T13:45:50.997" v="81" actId="20577"/>
          <ac:spMkLst>
            <pc:docMk/>
            <pc:sldMk cId="1652142467" sldId="262"/>
            <ac:spMk id="3" creationId="{64915428-ACD8-4B22-96DC-2806680ED3AB}"/>
          </ac:spMkLst>
        </pc:spChg>
      </pc:sldChg>
    </pc:docChg>
  </pc:docChgLst>
  <pc:docChgLst>
    <pc:chgData name="Vandaele Yosha" userId="S::yosha.vandaele@howest.be::9e46ddaf-df5a-4623-8add-fe0b947d6181" providerId="AD" clId="Web-{E204D132-4CFC-4F24-0FBD-6FDAF349B147}"/>
    <pc:docChg chg="modSld">
      <pc:chgData name="Vandaele Yosha" userId="S::yosha.vandaele@howest.be::9e46ddaf-df5a-4623-8add-fe0b947d6181" providerId="AD" clId="Web-{E204D132-4CFC-4F24-0FBD-6FDAF349B147}" dt="2021-12-17T14:47:42.196" v="195" actId="20577"/>
      <pc:docMkLst>
        <pc:docMk/>
      </pc:docMkLst>
      <pc:sldChg chg="modSp">
        <pc:chgData name="Vandaele Yosha" userId="S::yosha.vandaele@howest.be::9e46ddaf-df5a-4623-8add-fe0b947d6181" providerId="AD" clId="Web-{E204D132-4CFC-4F24-0FBD-6FDAF349B147}" dt="2021-12-17T14:47:42.196" v="195" actId="20577"/>
        <pc:sldMkLst>
          <pc:docMk/>
          <pc:sldMk cId="949077770" sldId="256"/>
        </pc:sldMkLst>
        <pc:spChg chg="mod">
          <ac:chgData name="Vandaele Yosha" userId="S::yosha.vandaele@howest.be::9e46ddaf-df5a-4623-8add-fe0b947d6181" providerId="AD" clId="Web-{E204D132-4CFC-4F24-0FBD-6FDAF349B147}" dt="2021-12-17T14:47:42.196" v="195" actId="20577"/>
          <ac:spMkLst>
            <pc:docMk/>
            <pc:sldMk cId="949077770" sldId="256"/>
            <ac:spMk id="3" creationId="{510651AA-5F60-4B6E-8386-AEA67C018DF4}"/>
          </ac:spMkLst>
        </pc:spChg>
      </pc:sldChg>
    </pc:docChg>
  </pc:docChgLst>
</pc:chgInfo>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AAC4-8D12-47CF-BE43-7EB46A4D5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ED39AEBC-7606-4ADC-B5B0-6A3BC80A2F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B350DAEE-C80D-4F35-B786-91FB7CA480D2}"/>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74D2E275-2AB5-4A66-A8E8-90F9ABC8D59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FAA5F36-6144-4864-8555-3C920AD71E5E}"/>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51827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551CC-2784-471A-819A-0BB647B6B127}"/>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38BF8D80-3B7B-4F28-AEFD-D834AEBCC6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291B208A-B304-4974-A753-A386793B0774}"/>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29D83DB3-E76E-4DCC-A934-DE6FC576289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25E50E5-487F-4F26-B329-FF396CB20DE5}"/>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382583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B2E1F-FBE7-4F65-94C7-B636380FEB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C18C9729-7ECE-4365-98F3-8DFF780FEB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FA8B8C-4C53-4B4C-BD2C-864D0D7B33FA}"/>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A7D7CEA2-7CAF-4851-A38B-618DD216F07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CABB7E0B-5EA5-473D-BF56-D86D080A70F3}"/>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376676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935E0-152D-4AF7-BD87-955474D08821}"/>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33689FBD-9AF6-494E-A906-31E047899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8009ECF5-FC69-44A2-865A-BF59EEA41D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C7F44A24-6932-4F11-BD5E-0F51DF2B1EA0}"/>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6" name="Footer Placeholder 5">
            <a:extLst>
              <a:ext uri="{FF2B5EF4-FFF2-40B4-BE49-F238E27FC236}">
                <a16:creationId xmlns:a16="http://schemas.microsoft.com/office/drawing/2014/main" id="{CDBA03F3-39FB-4D6C-8751-A7EDF6009A68}"/>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3E43C9F-1845-44AD-86AA-8D2EC39EB919}"/>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12249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E56D3-AB15-4310-A6DA-FCCC1300916F}"/>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E2F4F9E5-544E-408F-9A5B-5A9D043BB0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64E7D5-72F6-463A-BA78-97C231B73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6520D308-9D2F-4E2B-98E8-42F65039F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9D9437-C09B-4818-B72A-8E54A3BA3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13395E20-1927-449F-8CA5-4628C2F5A1DE}"/>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8" name="Footer Placeholder 7">
            <a:extLst>
              <a:ext uri="{FF2B5EF4-FFF2-40B4-BE49-F238E27FC236}">
                <a16:creationId xmlns:a16="http://schemas.microsoft.com/office/drawing/2014/main" id="{2288AC43-B655-428D-AE3D-DB74BBB15E7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CE5E8EE6-694D-461F-AE93-765F8A3E36C3}"/>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9257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436E-1F26-4110-83C7-943D2F425317}"/>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3318F822-E6C7-462B-97CD-78D3D4DF097C}"/>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4" name="Footer Placeholder 3">
            <a:extLst>
              <a:ext uri="{FF2B5EF4-FFF2-40B4-BE49-F238E27FC236}">
                <a16:creationId xmlns:a16="http://schemas.microsoft.com/office/drawing/2014/main" id="{BDE2244D-E53E-43D0-A4F2-9C9D674BBEF3}"/>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AD203CDC-F7C2-4A6E-A008-CEB3A6D5844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3275667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3D8CF-1BB0-4BB5-A3C3-69A22ECD532E}"/>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3" name="Footer Placeholder 2">
            <a:extLst>
              <a:ext uri="{FF2B5EF4-FFF2-40B4-BE49-F238E27FC236}">
                <a16:creationId xmlns:a16="http://schemas.microsoft.com/office/drawing/2014/main" id="{CFFAB160-C248-403F-AD25-158A965BEF26}"/>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F8F1B489-7B94-4B54-B3AF-E8AF8FD5036B}"/>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938068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942C-8A0D-4781-A8F3-57B3EE3CD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10FE01E5-1D61-43C7-B6CD-7037DCB14F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FA3A444E-E01C-4A28-83F1-E48254F6B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88AD5B-93CF-4725-B418-C1ADE03F364C}"/>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6" name="Footer Placeholder 5">
            <a:extLst>
              <a:ext uri="{FF2B5EF4-FFF2-40B4-BE49-F238E27FC236}">
                <a16:creationId xmlns:a16="http://schemas.microsoft.com/office/drawing/2014/main" id="{1DC9DC45-0596-4AB3-91ED-EC8B0A889B6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0BB3885-5DD4-4DA8-B5F5-40745170FE2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23037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9836-3F3C-4E2F-9190-DEB510EE6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9EB6E0E5-A1D5-4606-A4EC-5A8116A48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3D841ED8-FBEC-48EB-B5A6-F5032E101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5DA45B-1955-45CA-80B0-66008EC0F9F5}"/>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6" name="Footer Placeholder 5">
            <a:extLst>
              <a:ext uri="{FF2B5EF4-FFF2-40B4-BE49-F238E27FC236}">
                <a16:creationId xmlns:a16="http://schemas.microsoft.com/office/drawing/2014/main" id="{523C90FA-53E2-41CE-BD63-ECA490D3EB05}"/>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08A9B8D-2082-4BE4-BCE5-07F8F933441F}"/>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877860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18EC-44E3-4FD6-AF24-AC5021AFCCD3}"/>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4D538C05-3BE4-4F1F-A85F-EBF60F029F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D86A43FC-668F-4A16-B33A-A1704CA88B2C}"/>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3084EA9D-B745-4822-9D4F-8E34B4550A31}"/>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511FCBD-2F9B-4E40-B993-5543BC625C3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915545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262F4C-847A-45E8-89DF-86FADD929C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34B5F776-752A-4772-8F18-20F7169A31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DA0D1A1-5C8E-4021-A99C-3556DF8A3F38}"/>
              </a:ext>
            </a:extLst>
          </p:cNvPr>
          <p:cNvSpPr>
            <a:spLocks noGrp="1"/>
          </p:cNvSpPr>
          <p:nvPr>
            <p:ph type="dt" sz="half" idx="10"/>
          </p:nvPr>
        </p:nvSpPr>
        <p:spPr/>
        <p:txBody>
          <a:body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522E59EE-6B67-4900-9B15-8052B4D9873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5CC593B4-0982-4C28-9583-53F588B94584}"/>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409544814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389769-7B4A-4C8C-94A2-1CE676F46A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3126073D-45AC-4934-9FAA-61975D5C06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6B875320-EECE-4069-9EC1-5688F7A88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085877-2B37-48E7-8B6D-4D4ED486130A}" type="datetimeFigureOut">
              <a:rPr lang="en-BE" smtClean="0"/>
              <a:t>11/28/2023</a:t>
            </a:fld>
            <a:endParaRPr lang="en-BE"/>
          </a:p>
        </p:txBody>
      </p:sp>
      <p:sp>
        <p:nvSpPr>
          <p:cNvPr id="5" name="Footer Placeholder 4">
            <a:extLst>
              <a:ext uri="{FF2B5EF4-FFF2-40B4-BE49-F238E27FC236}">
                <a16:creationId xmlns:a16="http://schemas.microsoft.com/office/drawing/2014/main" id="{37E6D776-80A5-466B-B9A0-F462DF91C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AE80D87A-C974-47EE-BF90-816BF0B07F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161DE-E191-4798-91BE-355EA90292A5}" type="slidenum">
              <a:rPr lang="en-BE" smtClean="0"/>
              <a:t>‹#›</a:t>
            </a:fld>
            <a:endParaRPr lang="en-BE"/>
          </a:p>
        </p:txBody>
      </p:sp>
    </p:spTree>
    <p:extLst>
      <p:ext uri="{BB962C8B-B14F-4D97-AF65-F5344CB8AC3E}">
        <p14:creationId xmlns:p14="http://schemas.microsoft.com/office/powerpoint/2010/main" val="4188178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5F04-C22A-42D7-B131-70E81FD946E9}"/>
              </a:ext>
            </a:extLst>
          </p:cNvPr>
          <p:cNvSpPr>
            <a:spLocks noGrp="1"/>
          </p:cNvSpPr>
          <p:nvPr>
            <p:ph type="ctrTitle"/>
          </p:nvPr>
        </p:nvSpPr>
        <p:spPr/>
        <p:txBody>
          <a:bodyPr/>
          <a:lstStyle/>
          <a:p>
            <a:r>
              <a:rPr lang="en-US"/>
              <a:t>GPP Exam: Zombie AI</a:t>
            </a:r>
            <a:endParaRPr lang="en-BE"/>
          </a:p>
        </p:txBody>
      </p:sp>
      <p:sp>
        <p:nvSpPr>
          <p:cNvPr id="3" name="Subtitle 2">
            <a:extLst>
              <a:ext uri="{FF2B5EF4-FFF2-40B4-BE49-F238E27FC236}">
                <a16:creationId xmlns:a16="http://schemas.microsoft.com/office/drawing/2014/main" id="{510651AA-5F60-4B6E-8386-AEA67C018DF4}"/>
              </a:ext>
            </a:extLst>
          </p:cNvPr>
          <p:cNvSpPr>
            <a:spLocks noGrp="1"/>
          </p:cNvSpPr>
          <p:nvPr>
            <p:ph type="subTitle" idx="1"/>
          </p:nvPr>
        </p:nvSpPr>
        <p:spPr/>
        <p:txBody>
          <a:bodyPr/>
          <a:lstStyle/>
          <a:p>
            <a:r>
              <a:rPr lang="en-US" i="1">
                <a:solidFill>
                  <a:schemeClr val="bg1">
                    <a:lumMod val="75000"/>
                  </a:schemeClr>
                </a:solidFill>
              </a:rPr>
              <a:t>De Smet Alexander</a:t>
            </a:r>
          </a:p>
          <a:p>
            <a:r>
              <a:rPr lang="en-US" i="1">
                <a:solidFill>
                  <a:schemeClr val="bg1">
                    <a:lumMod val="75000"/>
                  </a:schemeClr>
                </a:solidFill>
              </a:rPr>
              <a:t>GameFeature Plugin: DeSmetAlexanderZombie</a:t>
            </a:r>
            <a:endParaRPr lang="en-BE" i="1">
              <a:solidFill>
                <a:schemeClr val="bg1">
                  <a:lumMod val="75000"/>
                </a:schemeClr>
              </a:solidFill>
            </a:endParaRPr>
          </a:p>
        </p:txBody>
      </p:sp>
    </p:spTree>
    <p:extLst>
      <p:ext uri="{BB962C8B-B14F-4D97-AF65-F5344CB8AC3E}">
        <p14:creationId xmlns:p14="http://schemas.microsoft.com/office/powerpoint/2010/main" val="94907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Making</a:t>
            </a:r>
            <a:endParaRPr lang="en-BE"/>
          </a:p>
        </p:txBody>
      </p:sp>
      <p:sp>
        <p:nvSpPr>
          <p:cNvPr id="3" name="Content Placeholder 2"/>
          <p:cNvSpPr>
            <a:spLocks noGrp="1"/>
          </p:cNvSpPr>
          <p:nvPr>
            <p:ph idx="1"/>
          </p:nvPr>
        </p:nvSpPr>
        <p:spPr/>
        <p:txBody>
          <a:bodyPr/>
          <a:lstStyle/>
          <a:p>
            <a:r>
              <a:rPr lang="en-US" b="1" dirty="0"/>
              <a:t>Technique: Behavior Tree (BT_Survivor) + Blackboard (BB_Survivor)</a:t>
            </a:r>
          </a:p>
          <a:p>
            <a:r>
              <a:rPr lang="en-US" dirty="0"/>
              <a:t>Root Selector, 5 branches. BTS_UpdateBlackboard service (0.1 s) writes all keys. Observer Aborts interrupts lower-priority tasks instantly.</a:t>
            </a:r>
          </a:p>
          <a:p>
            <a:endParaRPr lang="en-US" dirty="0"/>
          </a:p>
          <a:p>
            <a:r>
              <a:rPr lang="en-US" b="1" dirty="0"/>
              <a:t>1 — Emergency item use</a:t>
            </a:r>
            <a:r>
              <a:rPr lang="en-US" dirty="0"/>
              <a:t xml:space="preserve">  IsLowHealth OR IsLowStamina (Composite decorator). Aborts: Both.</a:t>
            </a:r>
          </a:p>
          <a:p>
            <a:r>
              <a:rPr lang="en-US" b="1" dirty="0"/>
              <a:t>2 — Shoot zombie</a:t>
            </a:r>
            <a:r>
              <a:rPr lang="en-US" dirty="0"/>
              <a:t xml:space="preserve">  ZombieActor set AND HasGun set. Aborts: Lower Priority.</a:t>
            </a:r>
          </a:p>
          <a:p>
            <a:r>
              <a:rPr lang="en-US" b="1" dirty="0"/>
              <a:t>3 — Flee zombie</a:t>
            </a:r>
            <a:r>
              <a:rPr lang="en-US" dirty="0"/>
              <a:t xml:space="preserve">  ZombieActor set, no gun. Aborts: Lower Priority.</a:t>
            </a:r>
          </a:p>
          <a:p>
            <a:r>
              <a:rPr lang="en-US" b="1" dirty="0"/>
              <a:t>4 — Move to and pick up item</a:t>
            </a:r>
            <a:r>
              <a:rPr lang="en-US" dirty="0"/>
              <a:t xml:space="preserve">  ItemActor set. Aborts: Self.</a:t>
            </a:r>
          </a:p>
          <a:p>
            <a:r>
              <a:rPr lang="en-US" b="1" dirty="0"/>
              <a:t>5 — Explore</a:t>
            </a:r>
            <a:r>
              <a:rPr lang="en-US" dirty="0"/>
              <a:t xml:space="preserve">  Default fallback, always runs. Visits nearest unvisited house.</a:t>
            </a:r>
            <a:endParaRPr lang="en-B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Enemy handling</a:t>
            </a:r>
            <a:endParaRPr lang="en-BE"/>
          </a:p>
        </p:txBody>
      </p:sp>
      <p:sp>
        <p:nvSpPr>
          <p:cNvPr id="3" name="Content Placeholder 2"/>
          <p:cNvSpPr>
            <a:spLocks noGrp="1"/>
          </p:cNvSpPr>
          <p:nvPr>
            <p:ph idx="1"/>
          </p:nvPr>
        </p:nvSpPr>
        <p:spPr/>
        <p:txBody>
          <a:bodyPr/>
          <a:lstStyle/>
          <a:p>
            <a:r>
              <a:rPr lang="en-US" b="1" dirty="0"/>
              <a:t>Detection (UStudentPerceptor)</a:t>
            </a:r>
          </a:p>
          <a:p>
            <a:r>
              <a:rPr lang="en-US" dirty="0"/>
              <a:t>Binds to SurvivorPawn’s AIPerceptionComponent (Sight: 1000 UU, 70° FOV). Tracks all visible zombies in a set; recalculates nearest on every event. ZombieActor key is written every 0.1 s.</a:t>
            </a:r>
          </a:p>
          <a:p>
            <a:endParaRPr lang="en-US" dirty="0"/>
          </a:p>
          <a:p>
            <a:r>
              <a:rPr lang="en-US" b="1" dirty="0"/>
              <a:t>Shooting (BTT_ShootAtZombie)</a:t>
            </a:r>
          </a:p>
          <a:p>
            <a:r>
              <a:rPr lang="en-US" dirty="0"/>
              <a:t>SetFocalPoint() rotates the pawn toward the zombie before UseItem() fires, because Weapon::Shoot() uses GetActorForwardVector(). Prefers Pistol, Shotgun as fallback. Empties slots at Value == 0. Cooldown decorator: 0.5 s.</a:t>
            </a:r>
          </a:p>
          <a:p>
            <a:endParaRPr lang="en-US" dirty="0"/>
          </a:p>
          <a:p>
            <a:r>
              <a:rPr lang="en-US" b="1" dirty="0"/>
              <a:t>Fleeing (BTT_FleeFromZombie)</a:t>
            </a:r>
          </a:p>
          <a:p>
            <a:r>
              <a:rPr lang="en-US" dirty="0"/>
              <a:t>FleeTarget = Survivor + normalize(Survivor − Zombie) × 1200 UU, projected onto NavMesh. Sprint if stamina &gt; 30 %; auto-walk below 10 % to preserve reserves. OnTaskFinished always calls StopRunning().</a:t>
            </a:r>
          </a:p>
          <a:p>
            <a:endParaRPr lang="en-US" dirty="0"/>
          </a:p>
          <a:p>
            <a:r>
              <a:rPr lang="en-US" b="1" dirty="0"/>
              <a:t>Emergency item use (BTT_UseItem)</a:t>
            </a:r>
          </a:p>
          <a:p>
            <a:r>
              <a:rPr lang="en-US" dirty="0"/>
              <a:t>Highest priority. Composite OR decorator: IsLowHealth (35 %) or IsLowStamina (25 %). Health first (Medkit), stamina second (Food). Cooldown decorator: 1.5 s prevents draining inventory before effect registers.</a:t>
            </a:r>
            <a:endParaRPr lang="en-B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Inventory</a:t>
            </a:r>
            <a:endParaRPr lang="en-BE"/>
          </a:p>
        </p:txBody>
      </p:sp>
      <p:sp>
        <p:nvSpPr>
          <p:cNvPr id="3" name="Content Placeholder 2"/>
          <p:cNvSpPr>
            <a:spLocks noGrp="1"/>
          </p:cNvSpPr>
          <p:nvPr>
            <p:ph idx="1"/>
          </p:nvPr>
        </p:nvSpPr>
        <p:spPr/>
        <p:txBody>
          <a:bodyPr/>
          <a:lstStyle/>
          <a:p>
            <a:r>
              <a:rPr lang="en-US" b="1" dirty="0"/>
              <a:t>Picking up (BTT_MoveToAndPickup)</a:t>
            </a:r>
          </a:p>
          <a:p>
            <a:r>
              <a:rPr lang="en-US" dirty="0"/>
              <a:t>Navigates to ItemActor using GetPickupRange() as acceptance radius, then calls InventoryComponent::GrabItem() which hides the actor and unregisters it from AIPerception.</a:t>
            </a:r>
          </a:p>
          <a:p>
            <a:endParaRPr lang="en-US" dirty="0"/>
          </a:p>
          <a:p>
            <a:r>
              <a:rPr lang="en-US" b="1" dirty="0"/>
              <a:t>Item scoring — is this worth picking up?</a:t>
            </a:r>
          </a:p>
          <a:p>
            <a:r>
              <a:rPr lang="en-US" dirty="0"/>
              <a:t>Medkit: (1 − healthPct) × 100    Food: (1 − staminaPct) × 70</a:t>
            </a:r>
          </a:p>
          <a:p>
            <a:r>
              <a:rPr lang="en-US" dirty="0"/>
              <a:t>Pistol: 80 (unarmed) / 20 (armed)    Shotgun: 60 / 15    Garbage: −999 (never)</a:t>
            </a:r>
          </a:p>
          <a:p>
            <a:endParaRPr lang="en-US" dirty="0"/>
          </a:p>
          <a:p>
            <a:r>
              <a:rPr lang="en-US" b="1" dirty="0"/>
              <a:t>Inventory full — replace or skip?</a:t>
            </a:r>
          </a:p>
          <a:p>
            <a:r>
              <a:rPr lang="en-US" dirty="0"/>
              <a:t>The agent finds the lowest-scoring held item. If the new item scores higher, the old one is destroyed and replaced. Otherwise the pickup is skipped and ItemActor is cleared.</a:t>
            </a:r>
          </a:p>
          <a:p>
            <a:endParaRPr lang="en-US" dirty="0"/>
          </a:p>
          <a:p>
            <a:r>
              <a:rPr lang="en-US" b="1" dirty="0"/>
              <a:t>Remembering items</a:t>
            </a:r>
          </a:p>
          <a:p>
            <a:r>
              <a:rPr lang="en-US" dirty="0"/>
              <a:t>UStudentPerceptor stores all visible items as TWeakObjectPtr in a set. Nearest is recomputed on every perception event. Picked-up or destroyed items go invalid automatically — no manual cleanup required.</a:t>
            </a:r>
            <a:endParaRPr lang="en-B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Movement - Steering</a:t>
            </a:r>
            <a:endParaRPr lang="en-BE" dirty="0"/>
          </a:p>
        </p:txBody>
      </p:sp>
      <p:sp>
        <p:nvSpPr>
          <p:cNvPr id="3" name="Content Placeholder 2"/>
          <p:cNvSpPr>
            <a:spLocks noGrp="1"/>
          </p:cNvSpPr>
          <p:nvPr>
            <p:ph idx="1"/>
          </p:nvPr>
        </p:nvSpPr>
        <p:spPr/>
        <p:txBody>
          <a:bodyPr/>
          <a:lstStyle/>
          <a:p>
            <a:r>
              <a:rPr lang="en-US" b="1" dirty="0"/>
              <a:t>Navigation: UE5 NavMesh + AIController::MoveTo()</a:t>
            </a:r>
          </a:p>
          <a:p>
            <a:r>
              <a:rPr lang="en-US" dirty="0"/>
              <a:t>All movement is pathfound through the NavMesh. No custom steering behaviors are implemented — the engine’s path follower handles obstacle avoidance automatically.</a:t>
            </a:r>
          </a:p>
          <a:p>
            <a:endParaRPr lang="en-US" dirty="0"/>
          </a:p>
          <a:p>
            <a:r>
              <a:rPr lang="en-US" b="1" dirty="0"/>
              <a:t>Sprint (the one hand-authored behavior)</a:t>
            </a:r>
          </a:p>
          <a:p>
            <a:r>
              <a:rPr lang="en-US" dirty="0"/>
              <a:t>Toggled by BT tasks via SurvivorPawn::StartRunning() / StopRunning(), which sets FloatingPawnMovement::MaxSpeed between 400 UU/s (walk) and 600 UU/s (run). OnTaskFinished always resets to walk speed.</a:t>
            </a:r>
          </a:p>
          <a:p>
            <a:endParaRPr lang="en-US" dirty="0"/>
          </a:p>
          <a:p>
            <a:r>
              <a:rPr lang="en-US" b="1" dirty="0"/>
              <a:t>Stamina-aware sprint logic (flee task)</a:t>
            </a:r>
          </a:p>
          <a:p>
            <a:r>
              <a:rPr lang="en-US" dirty="0"/>
              <a:t>Sprint activates only if stamina &gt; 30 % of max. If stamina drops below 10 % mid-flee, sprint is cut off automatically — preserving the last reserve for sustained escape rather than exhausting it all at once.</a:t>
            </a:r>
          </a:p>
          <a:p>
            <a:endParaRPr lang="en-US" dirty="0"/>
          </a:p>
          <a:p>
            <a:r>
              <a:rPr lang="en-US" b="1" dirty="0"/>
              <a:t>Flee direction</a:t>
            </a:r>
          </a:p>
          <a:p>
            <a:r>
              <a:rPr lang="en-US" dirty="0"/>
              <a:t>FleeTarget = SurvivorPos + normalize(Survivor − Zombie) × 1200 UU. Projected onto NavMesh (500 UU search radius) before issuing the move request.</a:t>
            </a:r>
            <a:endParaRPr lang="en-B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xml:space="preserve">Movement </a:t>
            </a:r>
            <a:r>
              <a:rPr lang="en-US"/>
              <a:t>- Exploration</a:t>
            </a:r>
            <a:endParaRPr lang="en-BE" dirty="0"/>
          </a:p>
        </p:txBody>
      </p:sp>
      <p:sp>
        <p:nvSpPr>
          <p:cNvPr id="3" name="Content Placeholder 2"/>
          <p:cNvSpPr>
            <a:spLocks noGrp="1"/>
          </p:cNvSpPr>
          <p:nvPr>
            <p:ph idx="1"/>
          </p:nvPr>
        </p:nvSpPr>
        <p:spPr/>
        <p:txBody>
          <a:bodyPr/>
          <a:lstStyle/>
          <a:p>
            <a:r>
              <a:rPr lang="en-US" b="1" dirty="0"/>
              <a:t>Strategy: nearest-unvisited house traversal (BTT_MoveToExplore)</a:t>
            </a:r>
          </a:p>
          <a:p>
            <a:r>
              <a:rPr lang="en-US" dirty="0"/>
              <a:t>On first run, collects all AHouse actors. Maintains an UnvisitedIndices list and always picks the nearest unvisited house by squared distance. When all houses are visited the list resets, so exploration loops indefinitely.</a:t>
            </a:r>
          </a:p>
          <a:p>
            <a:endParaRPr lang="en-US" dirty="0"/>
          </a:p>
          <a:p>
            <a:r>
              <a:rPr lang="en-US" b="1" dirty="0"/>
              <a:t>Why visit houses?</a:t>
            </a:r>
          </a:p>
          <a:p>
            <a:r>
              <a:rPr lang="en-US" dirty="0"/>
              <a:t>Items only spawn inside houses. AIPerception spots them as the agent enters. UStudentPerceptor caches them immediately, BTS_UpdateBlackboard sets ItemActor, and the pickup branch interrupts exploration via Observer Aborts (Lower Priority).</a:t>
            </a:r>
          </a:p>
          <a:p>
            <a:endParaRPr lang="en-US" dirty="0"/>
          </a:p>
          <a:p>
            <a:r>
              <a:rPr lang="en-US" b="1" dirty="0"/>
              <a:t>Navigating inside</a:t>
            </a:r>
          </a:p>
          <a:p>
            <a:r>
              <a:rPr lang="en-US" dirty="0"/>
              <a:t>GetNavigableInsidePoint() reads House::GetBounds() to find the geometric centre, then projects onto the NavMesh within the house’s own extents. Acceptance radius: 60 UU, small enough to actually enter and trigger interior perception.</a:t>
            </a:r>
          </a:p>
          <a:p>
            <a:endParaRPr lang="en-US" dirty="0"/>
          </a:p>
          <a:p>
            <a:r>
              <a:rPr lang="en-US" b="1" dirty="0"/>
              <a:t>Memory</a:t>
            </a:r>
          </a:p>
          <a:p>
            <a:r>
              <a:rPr lang="en-US" dirty="0"/>
              <a:t>UnvisitedIndices is UPROPERTY state on the task object, persisting across ticks. Houses are not re-queued until all have been visited, preventing repeated visits to the same nearby house.</a:t>
            </a:r>
            <a:endParaRPr lang="en-B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p:txBody>
          <a:bodyPr/>
          <a:lstStyle/>
          <a:p>
            <a:r>
              <a:rPr lang="en-US"/>
              <a:t>High Score</a:t>
            </a:r>
            <a:endParaRPr lang="en-BE"/>
          </a:p>
        </p:txBody>
      </p:sp>
      <p:sp>
        <p:nvSpPr>
          <p:cNvPr id="3" name="Content Placeholder 2">
            <a:extLst>
              <a:ext uri="{FF2B5EF4-FFF2-40B4-BE49-F238E27FC236}">
                <a16:creationId xmlns:a16="http://schemas.microsoft.com/office/drawing/2014/main" id="{64915428-ACD8-4B22-96DC-2806680ED3AB}"/>
              </a:ext>
            </a:extLst>
          </p:cNvPr>
          <p:cNvSpPr>
            <a:spLocks noGrp="1"/>
          </p:cNvSpPr>
          <p:nvPr>
            <p:ph idx="1"/>
          </p:nvPr>
        </p:nvSpPr>
        <p:spPr/>
        <p:txBody>
          <a:bodyPr/>
          <a:lstStyle/>
          <a:p>
            <a:pPr marL="0" indent="0">
              <a:buNone/>
            </a:pPr>
            <a:r>
              <a:rPr lang="en-US" dirty="0"/>
              <a:t>[Insert screenshot or score here before presenting]</a:t>
            </a:r>
            <a:endParaRPr lang="en-BE" dirty="0"/>
          </a:p>
        </p:txBody>
      </p:sp>
    </p:spTree>
    <p:extLst>
      <p:ext uri="{BB962C8B-B14F-4D97-AF65-F5344CB8AC3E}">
        <p14:creationId xmlns:p14="http://schemas.microsoft.com/office/powerpoint/2010/main" val="3423734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3942CCEB3A674D8F1F6472CCEFB38E" ma:contentTypeVersion="11" ma:contentTypeDescription="Create a new document." ma:contentTypeScope="" ma:versionID="e4de40d148e029d40e3aaddc8bf68a5e">
  <xsd:schema xmlns:xsd="http://www.w3.org/2001/XMLSchema" xmlns:xs="http://www.w3.org/2001/XMLSchema" xmlns:p="http://schemas.microsoft.com/office/2006/metadata/properties" xmlns:ns2="128482ec-0431-40d5-ab26-89ea2a4f3ccd" xmlns:ns3="60eb0cf4-ae2a-4762-800a-cb593b869ecb" xmlns:ns4="http://schemas.microsoft.com/sharepoint/v4" xmlns:ns5="a2e691a9-fcfc-4d85-a390-1894fe98bd9e" targetNamespace="http://schemas.microsoft.com/office/2006/metadata/properties" ma:root="true" ma:fieldsID="fce8e8bd091658f3fe51b22d57dec109" ns2:_="" ns3:_="" ns4:_="" ns5:_="">
    <xsd:import namespace="128482ec-0431-40d5-ab26-89ea2a4f3ccd"/>
    <xsd:import namespace="60eb0cf4-ae2a-4762-800a-cb593b869ecb"/>
    <xsd:import namespace="http://schemas.microsoft.com/sharepoint/v4"/>
    <xsd:import namespace="a2e691a9-fcfc-4d85-a390-1894fe98bd9e"/>
    <xsd:element name="properties">
      <xsd:complexType>
        <xsd:sequence>
          <xsd:element name="documentManagement">
            <xsd:complexType>
              <xsd:all>
                <xsd:element ref="ns2:m99485b88215436a82099f8287cba0b0" minOccurs="0"/>
                <xsd:element ref="ns2:TaxCatchAll"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4:IconOverlay" minOccurs="0"/>
                <xsd:element ref="ns5:SharedWithUsers" minOccurs="0"/>
                <xsd:element ref="ns5:SharedWithDetail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8482ec-0431-40d5-ab26-89ea2a4f3ccd" elementFormDefault="qualified">
    <xsd:import namespace="http://schemas.microsoft.com/office/2006/documentManagement/types"/>
    <xsd:import namespace="http://schemas.microsoft.com/office/infopath/2007/PartnerControls"/>
    <xsd:element name="m99485b88215436a82099f8287cba0b0" ma:index="9" nillable="true" ma:taxonomy="true" ma:internalName="m99485b88215436a82099f8287cba0b0" ma:taxonomyFieldName="Kernteam" ma:displayName="Kernteam" ma:default="" ma:fieldId="{699485b8-8215-436a-8209-9f8287cba0b0}" ma:taxonomyMulti="true" ma:sspId="9d9af33d-1c7e-4655-8224-df3a670842a4" ma:termSetId="f2199854-b90f-4d12-b5f9-723340d5e437"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26a5f98c-5cc8-4015-9754-f7f59d70125b}" ma:internalName="TaxCatchAll" ma:showField="CatchAllData" ma:web="128482ec-0431-40d5-ab26-89ea2a4f3cc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0eb0cf4-ae2a-4762-800a-cb593b869e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9d9af33d-1c7e-4655-8224-df3a670842a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7"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e691a9-fcfc-4d85-a390-1894fe98bd9e" elementFormDefault="qualified">
    <xsd:import namespace="http://schemas.microsoft.com/office/2006/documentManagement/types"/>
    <xsd:import namespace="http://schemas.microsoft.com/office/infopath/2007/PartnerControls"/>
    <xsd:element name="SharedWithUsers" ma:index="18" nillable="true" ma:displayName="Gedeeld met"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TaxCatchAll xmlns="128482ec-0431-40d5-ab26-89ea2a4f3ccd" xsi:nil="true"/>
    <m99485b88215436a82099f8287cba0b0 xmlns="128482ec-0431-40d5-ab26-89ea2a4f3ccd">
      <Terms xmlns="http://schemas.microsoft.com/office/infopath/2007/PartnerControls"/>
    </m99485b88215436a82099f8287cba0b0>
    <lcf76f155ced4ddcb4097134ff3c332f xmlns="60eb0cf4-ae2a-4762-800a-cb593b869ec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F8EC6D1-CB19-4400-AD0A-0C75CD884AEA}">
  <ds:schemaRefs>
    <ds:schemaRef ds:uri="http://schemas.microsoft.com/sharepoint/v3/contenttype/forms"/>
  </ds:schemaRefs>
</ds:datastoreItem>
</file>

<file path=customXml/itemProps2.xml><?xml version="1.0" encoding="utf-8"?>
<ds:datastoreItem xmlns:ds="http://schemas.openxmlformats.org/officeDocument/2006/customXml" ds:itemID="{D7B8C5DE-3345-4025-A942-C5AA68E555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8482ec-0431-40d5-ab26-89ea2a4f3ccd"/>
    <ds:schemaRef ds:uri="60eb0cf4-ae2a-4762-800a-cb593b869ecb"/>
    <ds:schemaRef ds:uri="http://schemas.microsoft.com/sharepoint/v4"/>
    <ds:schemaRef ds:uri="a2e691a9-fcfc-4d85-a390-1894fe98bd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43389A-7EE0-4951-8919-E91DD69E3687}">
  <ds:schemaRefs>
    <ds:schemaRef ds:uri="128482ec-0431-40d5-ab26-89ea2a4f3ccd"/>
    <ds:schemaRef ds:uri="http://schemas.microsoft.com/office/2006/metadata/properties"/>
    <ds:schemaRef ds:uri="http://schemas.microsoft.com/office/infopath/2007/PartnerControls"/>
    <ds:schemaRef ds:uri="http://schemas.microsoft.com/sharepoint/v4"/>
    <ds:schemaRef ds:uri="60eb0cf4-ae2a-4762-800a-cb593b869ecb"/>
  </ds:schemaRefs>
</ds:datastoreItem>
</file>

<file path=docProps/app.xml><?xml version="1.0" encoding="utf-8"?>
<Properties xmlns="http://schemas.openxmlformats.org/officeDocument/2006/extended-properties" xmlns:vt="http://schemas.openxmlformats.org/officeDocument/2006/docPropsVTypes">
  <TotalTime>0</TotalTime>
  <Words>152</Words>
  <Application>Microsoft Office PowerPoint</Application>
  <PresentationFormat>Widescreen</PresentationFormat>
  <Paragraphs>18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GPP Exam: Zombie AI</vt:lpstr>
      <vt:lpstr>Decision Making</vt:lpstr>
      <vt:lpstr>Enemy handling</vt:lpstr>
      <vt:lpstr>Inventory</vt:lpstr>
      <vt:lpstr>Movement - Steering</vt:lpstr>
      <vt:lpstr>Movement - Exploration</vt:lpstr>
      <vt:lpstr>High Score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GPP Exam: Zombie AI</dc:title>
  <dc:creator>Vandaele Yosha</dc:creator>
  <cp:lastModifiedBy>Boury Fries</cp:lastModifiedBy>
  <cp:revision>2</cp:revision>
  <dcterms:created xsi:type="dcterms:W3CDTF">2021-12-17T12:45:32Z</dcterms:created>
  <dcterms:modified xsi:type="dcterms:W3CDTF">2023-11-28T14:03:28Z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0x010100723942CCEB3A674D8F1F6472CCEFB38E</vt:lpwstr>
  </property>
  <property fmtid="{D5CDD505-2E9C-101B-9397-08002B2CF9AE}" pid="3" name="Kernteam">
    <vt:lpwstr/>
  </property>
  <property fmtid="{D5CDD505-2E9C-101B-9397-08002B2CF9AE}" pid="4" name="MediaServiceImageTags">
    <vt:lpwstr/>
  </property>
</Properties>
</file>